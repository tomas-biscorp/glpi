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12AD8D-34CE-AD33-F5B4-10D383FFCB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804CE74-0509-E688-E86D-F819F44EAA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8E1B5AD-39D1-5CC6-3C8B-8C32DA40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84CF6-85CC-4A35-8B37-6DEB0026F124}" type="datetimeFigureOut">
              <a:rPr lang="es-VE" smtClean="0"/>
              <a:t>31/10/2022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45933E9-E450-60A4-4AC5-A600A78F8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EDF10B-9731-A018-12DE-0ACA97E6C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B27A6-393C-4C5B-B7A9-7F45BF4F26A9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241646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64BC97-E51B-6B7C-5A56-0EA5BB145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9D868E-E52C-510A-37E9-726EB78AD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DF780A-75AA-2BDB-3C1F-2816F17B7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84CF6-85CC-4A35-8B37-6DEB0026F124}" type="datetimeFigureOut">
              <a:rPr lang="es-VE" smtClean="0"/>
              <a:t>31/10/2022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D57ED69-2120-CA84-E867-62D919CC0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A2059C-1B1B-4659-206B-EDD81A2E0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B27A6-393C-4C5B-B7A9-7F45BF4F26A9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880794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822E76-E0E9-87DB-BA82-97E50EBB7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BB3240E-4B0D-D720-DA8E-812D54802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142556-9864-8CE9-C1E4-E883A7DD1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84CF6-85CC-4A35-8B37-6DEB0026F124}" type="datetimeFigureOut">
              <a:rPr lang="es-VE" smtClean="0"/>
              <a:t>31/10/2022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386FB9-D770-743B-7A06-A79514328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15A341-4517-6314-22E1-C135C75F1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B27A6-393C-4C5B-B7A9-7F45BF4F26A9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85074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6636DB-FC6C-A36C-B0C7-EB5155B74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96288D-7312-5DD8-C51F-148D06BB0F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20B0726-7F72-B2BD-BF3B-B46AA07B17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CA18E93-2CC7-528A-33EB-9ECE37C15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84CF6-85CC-4A35-8B37-6DEB0026F124}" type="datetimeFigureOut">
              <a:rPr lang="es-VE" smtClean="0"/>
              <a:t>31/10/2022</a:t>
            </a:fld>
            <a:endParaRPr lang="es-V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4CF9900-B8F1-7ED7-5034-DE01829E9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C597AB4-6B7D-7B02-6E67-3F949BB90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B27A6-393C-4C5B-B7A9-7F45BF4F26A9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009304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BBB668-0165-25A5-B519-39BF6C544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F1A93F8-4752-09CE-5475-7E09404338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B657304-6A39-2258-2122-EB29FE23E0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5CC0830-2246-3B51-E86F-38DD55C93E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ED9917-E7D4-3F47-779E-19E021D886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DB1CD87-FC3A-D23A-AEDE-8447ECB1C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84CF6-85CC-4A35-8B37-6DEB0026F124}" type="datetimeFigureOut">
              <a:rPr lang="es-VE" smtClean="0"/>
              <a:t>31/10/2022</a:t>
            </a:fld>
            <a:endParaRPr lang="es-V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308B398-A804-0047-A832-76F9A116F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D2E18FF-3CC5-50B1-CD23-1377150D1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B27A6-393C-4C5B-B7A9-7F45BF4F26A9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426773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17C310-8510-2579-82BE-0B6B5D0B9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79DC93D-F08C-A749-F489-85C922211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84CF6-85CC-4A35-8B37-6DEB0026F124}" type="datetimeFigureOut">
              <a:rPr lang="es-VE" smtClean="0"/>
              <a:t>31/10/2022</a:t>
            </a:fld>
            <a:endParaRPr lang="es-V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B48E655-97E9-E47C-152C-5759A2C10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C0EC1E5-754F-F422-F3BC-9AC9443E3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B27A6-393C-4C5B-B7A9-7F45BF4F26A9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324315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0630631-E086-DC1D-1866-673B08034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84CF6-85CC-4A35-8B37-6DEB0026F124}" type="datetimeFigureOut">
              <a:rPr lang="es-VE" smtClean="0"/>
              <a:t>31/10/2022</a:t>
            </a:fld>
            <a:endParaRPr lang="es-V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A41252D-624A-6D04-421E-8F4714E62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D28019E-9448-7081-1066-84A565D55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B27A6-393C-4C5B-B7A9-7F45BF4F26A9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446292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515EF3-DFED-6B33-8B0E-8DCF195E4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B0D9A7-3D41-1D16-A3E3-488F99C2B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59FE6CF-CA8A-B0C7-E324-A0DB3A45FA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4E751D8-EF13-FB87-CDD2-E6970BC53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84CF6-85CC-4A35-8B37-6DEB0026F124}" type="datetimeFigureOut">
              <a:rPr lang="es-VE" smtClean="0"/>
              <a:t>31/10/2022</a:t>
            </a:fld>
            <a:endParaRPr lang="es-V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A529309-95C4-A8C5-1356-5239EF19E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9C235AE-FBA6-D57D-B962-6257284A5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B27A6-393C-4C5B-B7A9-7F45BF4F26A9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284744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7251D9-4123-C9E7-BA3A-3C9AC80EF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FF6E63E-B429-95E0-19DD-4BB271909F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1C6F833-1217-4705-1CFE-36348A7C0E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749E3A5-AB42-CC02-BCE3-CB74D2DEB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84CF6-85CC-4A35-8B37-6DEB0026F124}" type="datetimeFigureOut">
              <a:rPr lang="es-VE" smtClean="0"/>
              <a:t>31/10/2022</a:t>
            </a:fld>
            <a:endParaRPr lang="es-V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D4EA790-3494-0FC3-DAC4-DAB29F759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046C8BD-E009-2156-FEB3-F5BEDFBA5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B27A6-393C-4C5B-B7A9-7F45BF4F26A9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507305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71A208-C39F-E331-4242-27CCC9225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62AE277-2670-105A-1FA7-6FCF93A1EF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4AD16CA-0AF0-7FD8-1CA6-E95420186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84CF6-85CC-4A35-8B37-6DEB0026F124}" type="datetimeFigureOut">
              <a:rPr lang="es-VE" smtClean="0"/>
              <a:t>31/10/2022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D482AD-6393-BF7B-80C2-260F3350C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3FEB1B-8D81-E443-DBF2-A47F6D807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B27A6-393C-4C5B-B7A9-7F45BF4F26A9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300722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4AA7BCB-51CE-C66F-A6CD-D542B45896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E9C6DE5-C244-CA0D-554F-AABE01BD00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426CB6E-CFDD-62CD-C6F0-99EE95C2A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84CF6-85CC-4A35-8B37-6DEB0026F124}" type="datetimeFigureOut">
              <a:rPr lang="es-VE" smtClean="0"/>
              <a:t>31/10/2022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F136DFF-3B84-CFEB-E711-D80A8C00E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A2CBEB0-C60A-84E5-E72E-37428B201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B27A6-393C-4C5B-B7A9-7F45BF4F26A9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783494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EBE9C21-5CD8-6E25-8525-3CEB80A83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AC99335-F545-0A41-CAAF-FC000FDEB2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66B1E1-0DCD-E2F3-8D21-CFD72752AE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084CF6-85CC-4A35-8B37-6DEB0026F124}" type="datetimeFigureOut">
              <a:rPr lang="es-VE" smtClean="0"/>
              <a:t>31/10/2022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846DDC0-41DD-43C1-992F-3AC382C44B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55F36BB-CDBC-576C-1408-91FAF8BD9C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EB27A6-393C-4C5B-B7A9-7F45BF4F26A9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987656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nagit_PPT5813">
            <a:extLst>
              <a:ext uri="{FF2B5EF4-FFF2-40B4-BE49-F238E27FC236}">
                <a16:creationId xmlns:a16="http://schemas.microsoft.com/office/drawing/2014/main" id="{E1CAD022-756A-C50C-9FFC-49B17B2A82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8150"/>
            <a:ext cx="12192000" cy="5981700"/>
          </a:xfrm>
          <a:prstGeom prst="rect">
            <a:avLst/>
          </a:prstGeom>
        </p:spPr>
      </p:pic>
      <p:pic>
        <p:nvPicPr>
          <p:cNvPr id="5" name="Snagit_PPT5EEA">
            <a:extLst>
              <a:ext uri="{FF2B5EF4-FFF2-40B4-BE49-F238E27FC236}">
                <a16:creationId xmlns:a16="http://schemas.microsoft.com/office/drawing/2014/main" id="{1825985E-1D53-D0BE-8E95-734767E173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8150"/>
            <a:ext cx="12192000" cy="598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498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03E49C1A-E160-1BFB-1307-2BA28D281E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8150"/>
            <a:ext cx="12192000" cy="598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41945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Cleiver Barradas</dc:creator>
  <cp:lastModifiedBy>Cleiver Barradas</cp:lastModifiedBy>
  <cp:revision>1</cp:revision>
  <dcterms:created xsi:type="dcterms:W3CDTF">2022-10-31T22:15:54Z</dcterms:created>
  <dcterms:modified xsi:type="dcterms:W3CDTF">2022-10-31T22:16:33Z</dcterms:modified>
</cp:coreProperties>
</file>